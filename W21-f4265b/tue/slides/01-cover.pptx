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et-signals-april-2026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MARKET SIGNALS —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429750"/>
            <a:ext cx="904875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8000"/>
              </a:lnSpc>
            </a:pPr>
            <a:r>
              <a:rPr sz="5200" b="1" i="0">
                <a:solidFill>
                  <a:srgbClr val="F5F1EC"/>
                </a:solidFill>
                <a:latin typeface="Playfair Display"/>
              </a:rPr>
              <a:t>Five </a:t>
            </a:r>
            <a:r>
              <a:rPr sz="5200" b="1" i="1">
                <a:solidFill>
                  <a:srgbClr val="540918"/>
                </a:solidFill>
                <a:latin typeface="Playfair Display"/>
              </a:rPr>
              <a:t>things</a:t>
            </a:r>
            <a:r>
              <a:rPr sz="5200" b="1" i="0">
                <a:solidFill>
                  <a:srgbClr val="F5F1EC"/>
                </a:solidFill>
                <a:latin typeface="Playfair Display"/>
              </a:rPr>
              <a:t> the market is doing right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572750"/>
            <a:ext cx="90487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1">
                <a:solidFill>
                  <a:srgbClr val="F5F1EC"/>
                </a:solidFill>
                <a:latin typeface="Playfair Display"/>
              </a:rPr>
              <a:t>5 numbers behind the headlines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382375"/>
            <a:ext cx="3810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0" i="0">
                <a:solidFill>
                  <a:srgbClr val="C99A6C"/>
                </a:solidFill>
                <a:latin typeface="Pinyon Script"/>
              </a:rPr>
              <a:t>— Laurène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