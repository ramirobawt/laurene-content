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nal-patio-morning-4x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MARKET SIGNALS — APRIL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51435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5245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A NOTE BEFORE THE 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905500"/>
            <a:ext cx="906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000" b="0" i="0">
                <a:solidFill>
                  <a:srgbClr val="1C1310"/>
                </a:solidFill>
                <a:latin typeface="PT Serif"/>
              </a:rPr>
              <a:t>The market is rarely doing one thing. April 2026 was a textbook example: prices down in some segments, flat in others, demand surging in a handful of neighborhoods while sitting still elsewhere. Here's the actual picture.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0"/>
            <a:ext cx="906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000" b="0" i="0">
                <a:solidFill>
                  <a:srgbClr val="1C1310"/>
                </a:solidFill>
                <a:latin typeface="PT Serif"/>
              </a:rPr>
              <a:t>All numbers from Zillow Research and Freddie Mac, as of April 30,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