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762000"/>
            <a:ext cx="8572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F5F1EC"/>
                </a:solidFill>
                <a:latin typeface="PT Serif"/>
              </a:rPr>
              <a:t>MARKET SIGNALS — APRIL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5143500"/>
            <a:ext cx="1143000" cy="19050"/>
          </a:xfrm>
          <a:prstGeom prst="rect">
            <a:avLst/>
          </a:prstGeom>
          <a:solidFill>
            <a:srgbClr val="C99A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55245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 i="0">
                <a:solidFill>
                  <a:srgbClr val="540918"/>
                </a:solidFill>
                <a:latin typeface="PT Serif"/>
              </a:rPr>
              <a:t>A NOTE BEFORE THE TAKES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905500"/>
            <a:ext cx="90678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2000" b="0" i="0">
                <a:solidFill>
                  <a:srgbClr val="1C1310"/>
                </a:solidFill>
                <a:latin typeface="PT Serif"/>
              </a:rPr>
              <a:t>The market is rarely doing one thing. April 2026 was a textbook example: prices down in some segments, flat in others, demand surging in a handful of neighborhoods while sitting still elsewhere. Here's the actual picture.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7620000"/>
            <a:ext cx="90678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sz="2000" b="0" i="0">
                <a:solidFill>
                  <a:srgbClr val="1C1310"/>
                </a:solidFill>
                <a:latin typeface="PT Serif"/>
              </a:rPr>
              <a:t>All numbers from Zillow Research and Freddie Mac, as of April 30,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