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"Only at the 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entry-level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 tier — luxury is barely moving."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'The market is down 5%.' usually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Top-tier homes ($1M+ in your area) are down just -0.3% to -3.8% YoY. Bottom-tier (under $400K) is down -5% to -9%. In 33304 (Victoria Park), the gap is 7.9 percentage points — luxury -1.1%, entry -9.0%, same ZIP. The headline number you cite depends entirely on which segment you're in, and most buyers are quoting the one that doesn't apply to them.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