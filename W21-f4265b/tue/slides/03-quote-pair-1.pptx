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rket-data-hesitation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72250"/>
            <a:ext cx="10287000" cy="6286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762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540918"/>
                </a:solidFill>
                <a:latin typeface="PT Serif"/>
              </a:rPr>
              <a:t>MARKET SIGNALS — APRIL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24900" y="1333500"/>
            <a:ext cx="952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0" b="0" i="0">
                <a:solidFill>
                  <a:srgbClr val="C99A6C"/>
                </a:solidFill>
                <a:latin typeface="Pinyon Scrip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05000"/>
            <a:ext cx="9067800" cy="38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5000" b="1" i="1">
                <a:solidFill>
                  <a:srgbClr val="1C1310"/>
                </a:solidFill>
                <a:latin typeface="Playfair Display"/>
              </a:rPr>
              <a:t>"Only at the </a:t>
            </a:r>
            <a:r>
              <a:rPr sz="5000" b="1" i="1">
                <a:solidFill>
                  <a:srgbClr val="540918"/>
                </a:solidFill>
                <a:latin typeface="Playfair Display"/>
              </a:rPr>
              <a:t>entry-level</a:t>
            </a:r>
            <a:r>
              <a:rPr sz="5000" b="1" i="1">
                <a:solidFill>
                  <a:srgbClr val="1C1310"/>
                </a:solidFill>
                <a:latin typeface="Playfair Display"/>
              </a:rPr>
              <a:t> tier — luxury is barely moving."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572125"/>
            <a:ext cx="90678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9F8E87"/>
                </a:solidFill>
                <a:latin typeface="PT Serif"/>
              </a:rPr>
              <a:t>— what 'The market is down 5%.' usually means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096000"/>
            <a:ext cx="1143000" cy="19050"/>
          </a:xfrm>
          <a:prstGeom prst="rect">
            <a:avLst/>
          </a:prstGeom>
          <a:solidFill>
            <a:srgbClr val="C9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1239500"/>
            <a:ext cx="9067800" cy="1333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500" b="0" i="0">
                <a:solidFill>
                  <a:srgbClr val="F5F1EC"/>
                </a:solidFill>
                <a:latin typeface="PT Serif"/>
              </a:rPr>
              <a:t>Top-tier homes ($1M+ in your area) are down just -0.3% to -3.8% YoY. Bottom-tier (under $400K) is down -5% to -9%. In 33304 (Victoria Park), the gap is 7.9 percentage points — luxury -1.1%, entry -9.0%, same ZIP. The headline number you cite depends entirely on which segment you're in, and most buyers are quoting the one that doesn't apply to them.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