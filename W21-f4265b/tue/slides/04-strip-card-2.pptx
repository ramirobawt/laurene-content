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s-olas-value-literal-b739ac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4000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81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F8E87"/>
                </a:solidFill>
                <a:latin typeface="PT Serif"/>
              </a:rPr>
              <a:t>WHAT THEY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62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1">
                <a:solidFill>
                  <a:srgbClr val="1C1310"/>
                </a:solidFill>
                <a:latin typeface="Playfair Display"/>
              </a:rPr>
              <a:t>"Las Olas is too expensive to consider."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WHAT IT USUALLY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2800" b="1" i="0">
                <a:solidFill>
                  <a:srgbClr val="1C1310"/>
                </a:solidFill>
                <a:latin typeface="Playfair Display"/>
              </a:rPr>
              <a:t>It's also the only neighborhood that </a:t>
            </a:r>
            <a:r>
              <a:rPr sz="2800" b="1" i="1">
                <a:solidFill>
                  <a:srgbClr val="540918"/>
                </a:solidFill>
                <a:latin typeface="Playfair Display"/>
              </a:rPr>
              <a:t>hasn't</a:t>
            </a:r>
            <a:r>
              <a:rPr sz="2800" b="1" i="0">
                <a:solidFill>
                  <a:srgbClr val="1C1310"/>
                </a:solidFill>
                <a:latin typeface="Playfair Display"/>
              </a:rPr>
              <a:t> corrected.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525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HOW I'D ANSWER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906000"/>
            <a:ext cx="90678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33301 mid-tier sits at $871,423, down just -2.5% YoY versus Broward at -5.1%. The only ZIP in the footprint with a 3-month uptrend on ZHVI. Premium waterfront is holding its value while everything else moves. If you have the budget, this is what 'flight to quality' looks like in real time — and the value isn't in the discount, it's in not buying something that drops further.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