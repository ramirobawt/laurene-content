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24900" y="1333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9050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1">
                <a:solidFill>
                  <a:srgbClr val="1C1310"/>
                </a:solidFill>
                <a:latin typeface="Playfair Display"/>
              </a:rPr>
              <a:t>"They moved before the headlines did."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572125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9F8E87"/>
                </a:solidFill>
                <a:latin typeface="PT Serif"/>
              </a:rPr>
              <a:t>— what 'Rates are still high. I'll wait.' usually means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6096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123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 i="0">
                <a:solidFill>
                  <a:srgbClr val="F5F1EC"/>
                </a:solidFill>
                <a:latin typeface="PT Serif"/>
              </a:rPr>
              <a:t>Freddie Mac 30-year fixed: 6.36% as of May 14 — versus 6.86% a year ago. On a $600,000 loan, that's $181 per month lower. Real shift in affordability. The news cycle moved on, but the rate did not move back up — it kept drifting lower while everyone was watching prices.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