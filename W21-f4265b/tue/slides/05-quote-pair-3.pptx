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tes-objection-tiera-2025-05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72250"/>
            <a:ext cx="10287000" cy="6286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762000"/>
            <a:ext cx="85725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 i="0">
                <a:solidFill>
                  <a:srgbClr val="540918"/>
                </a:solidFill>
                <a:latin typeface="PT Serif"/>
              </a:rPr>
              <a:t>MARKET SIGNALS — APRIL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24900" y="1333500"/>
            <a:ext cx="9525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000" b="0" i="0">
                <a:solidFill>
                  <a:srgbClr val="C99A6C"/>
                </a:solidFill>
                <a:latin typeface="Pinyon Script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905000"/>
            <a:ext cx="9067800" cy="381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5000" b="1" i="1">
                <a:solidFill>
                  <a:srgbClr val="1C1310"/>
                </a:solidFill>
                <a:latin typeface="Playfair Display"/>
              </a:rPr>
              <a:t>"They're </a:t>
            </a:r>
            <a:r>
              <a:rPr sz="5000" b="1" i="1">
                <a:solidFill>
                  <a:srgbClr val="540918"/>
                </a:solidFill>
                <a:latin typeface="Playfair Display"/>
              </a:rPr>
              <a:t>50 basis points</a:t>
            </a:r>
            <a:r>
              <a:rPr sz="5000" b="1" i="1">
                <a:solidFill>
                  <a:srgbClr val="1C1310"/>
                </a:solidFill>
                <a:latin typeface="Playfair Display"/>
              </a:rPr>
              <a:t> lower than last May."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5572125"/>
            <a:ext cx="90678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 i="1">
                <a:solidFill>
                  <a:srgbClr val="9F8E87"/>
                </a:solidFill>
                <a:latin typeface="PT Serif"/>
              </a:rPr>
              <a:t>— what 'Rates are still high. I'll wait.' usually means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6096000"/>
            <a:ext cx="1143000" cy="19050"/>
          </a:xfrm>
          <a:prstGeom prst="rect">
            <a:avLst/>
          </a:prstGeom>
          <a:solidFill>
            <a:srgbClr val="C99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11239500"/>
            <a:ext cx="9067800" cy="1333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500" b="0" i="0">
                <a:solidFill>
                  <a:srgbClr val="F5F1EC"/>
                </a:solidFill>
                <a:latin typeface="PT Serif"/>
              </a:rPr>
              <a:t>Freddie Mac 30-year fixed: 6.36% as of May 14 — versus 6.86% a year ago. On a $600,000 loan, that's $181 per month lower. Real shift in affordability. The news cycle moved on, but the rate did not move back up — it kept drifting lower while everyone was watching prices.
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