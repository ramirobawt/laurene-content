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othing-moving-market-literal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"Nothing is moving in the market right 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Pending contracts in Rio Vista are </a:t>
            </a:r>
            <a:r>
              <a:rPr sz="2800" b="1" i="1">
                <a:solidFill>
                  <a:srgbClr val="540918"/>
                </a:solidFill>
                <a:latin typeface="Playfair Display"/>
              </a:rPr>
              <a:t>up 118%</a:t>
            </a:r>
            <a:r>
              <a:rPr sz="2800" b="1" i="0">
                <a:solidFill>
                  <a:srgbClr val="1C1310"/>
                </a:solidFill>
                <a:latin typeface="Playfair Display"/>
              </a:rPr>
              <a:t> year-over-year.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33316 (Rio Vista, Harbor Beach) had 24 new contracts go pending in April. Last April it was 11. 33308 (Lauderdale-by-the-Sea) is up 39% YoY in pending. 33304 (Victoria Park) up 53%. Buyers ARE moving — they're moving selectively. Some neighborhoods are quietly transitioning while the headline narrative says everything is frozen.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