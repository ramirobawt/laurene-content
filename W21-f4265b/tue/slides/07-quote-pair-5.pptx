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762000"/>
            <a:ext cx="85725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540918"/>
                </a:solidFill>
                <a:latin typeface="PT Serif"/>
              </a:rPr>
              <a:t>MARKET SIGNALS — APRIL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724900" y="1333500"/>
            <a:ext cx="9525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6000" b="0" i="0">
                <a:solidFill>
                  <a:srgbClr val="C99A6C"/>
                </a:solidFill>
                <a:latin typeface="Pinyon Script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905000"/>
            <a:ext cx="9067800" cy="381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5000" b="1" i="1">
                <a:solidFill>
                  <a:srgbClr val="1C1310"/>
                </a:solidFill>
                <a:latin typeface="Playfair Display"/>
              </a:rPr>
              <a:t>"</a:t>
            </a:r>
            <a:r>
              <a:rPr sz="5000" b="1" i="1">
                <a:solidFill>
                  <a:srgbClr val="540918"/>
                </a:solidFill>
                <a:latin typeface="Playfair Display"/>
              </a:rPr>
              <a:t>1 in 4 sellers</a:t>
            </a:r>
            <a:r>
              <a:rPr sz="5000" b="1" i="1">
                <a:solidFill>
                  <a:srgbClr val="1C1310"/>
                </a:solidFill>
                <a:latin typeface="Playfair Display"/>
              </a:rPr>
              <a:t> in Broward has already cut."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5572125"/>
            <a:ext cx="90678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1">
                <a:solidFill>
                  <a:srgbClr val="9F8E87"/>
                </a:solidFill>
                <a:latin typeface="PT Serif"/>
              </a:rPr>
              <a:t>— what 'Sellers won't come down on price.' usually means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600" y="6096000"/>
            <a:ext cx="1143000" cy="19050"/>
          </a:xfrm>
          <a:prstGeom prst="rect">
            <a:avLst/>
          </a:prstGeom>
          <a:solidFill>
            <a:srgbClr val="C99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9600" y="11239500"/>
            <a:ext cx="9067800" cy="1333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5000"/>
              </a:lnSpc>
            </a:pPr>
            <a:r>
              <a:rPr sz="1500" b="0" i="0">
                <a:solidFill>
                  <a:srgbClr val="F5F1EC"/>
                </a:solidFill>
                <a:latin typeface="PT Serif"/>
              </a:rPr>
              <a:t>21.7% of active listings in Broward have a recent price reduction. In Coral Ridge waterfront (33306) it's 27.4%. Every single ZIP in the area showed an INCREASE in price-cut share this month versus last. The negotiating posture sellers project in person isn't what their listings show on the MLS — the table is more open than it sounds.
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