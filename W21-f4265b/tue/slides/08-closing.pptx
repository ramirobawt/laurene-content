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3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76200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F5F1EC"/>
                </a:solidFill>
                <a:latin typeface="PT Serif"/>
              </a:rPr>
              <a:t>MARKET SIGNALS — APRIL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7810500"/>
            <a:ext cx="90678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4000" b="1" i="1">
                <a:solidFill>
                  <a:srgbClr val="F5F1EC"/>
                </a:solidFill>
                <a:latin typeface="Playfair Display"/>
              </a:rPr>
              <a:t>Which of these is </a:t>
            </a:r>
            <a:r>
              <a:rPr sz="4000" b="1" i="1">
                <a:solidFill>
                  <a:srgbClr val="E8C77A"/>
                </a:solidFill>
                <a:latin typeface="Playfair Display"/>
              </a:rPr>
              <a:t>changing</a:t>
            </a:r>
            <a:r>
              <a:rPr sz="4000" b="1" i="1">
                <a:solidFill>
                  <a:srgbClr val="F5F1EC"/>
                </a:solidFill>
                <a:latin typeface="Playfair Display"/>
              </a:rPr>
              <a:t> your read of the market?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9525000"/>
            <a:ext cx="1143000" cy="19050"/>
          </a:xfrm>
          <a:prstGeom prst="rect">
            <a:avLst/>
          </a:prstGeom>
          <a:solidFill>
            <a:srgbClr val="C99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10001250"/>
            <a:ext cx="90678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600" b="0" i="0">
                <a:solidFill>
                  <a:srgbClr val="F5F1EC"/>
                </a:solidFill>
                <a:latin typeface="PT Serif"/>
              </a:rPr>
              <a:t>Save this for the next time someone tells you what the market is doing — and ask which segment they're talking about.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1430000"/>
            <a:ext cx="3810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0" i="0">
                <a:solidFill>
                  <a:srgbClr val="C99A6C"/>
                </a:solidFill>
                <a:latin typeface="Pinyon Script"/>
              </a:rPr>
              <a:t>— Laurène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