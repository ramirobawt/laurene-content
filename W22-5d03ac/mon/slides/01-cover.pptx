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urene-desk-2025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429750"/>
            <a:ext cx="90487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5200" b="1" i="0">
                <a:solidFill>
                  <a:srgbClr val="F5F1EC"/>
                </a:solidFill>
                <a:latin typeface="Playfair Display"/>
              </a:rPr>
              <a:t>The market isn't doing one thing.
It's doing five.
And they point in different directions.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572750"/>
            <a:ext cx="90487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5F1EC"/>
                </a:solidFill>
                <a:latin typeface="Playfair Display"/>
              </a:rPr>
              <a:t>Read this before you buy, sell, or do nothing. 5 slides. Real data. No 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382375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