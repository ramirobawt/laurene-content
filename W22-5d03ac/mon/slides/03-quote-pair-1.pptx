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-desk-fort-lauderdale-20260523-1928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72250"/>
            <a:ext cx="10287000" cy="6286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40918"/>
                </a:solidFill>
                <a:latin typeface="PT Serif"/>
              </a:rPr>
              <a:t>MARKET SIGNALS — APRIL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24900" y="1333500"/>
            <a:ext cx="9525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000" b="0" i="0">
                <a:solidFill>
                  <a:srgbClr val="C99A6C"/>
                </a:solidFill>
                <a:latin typeface="Pinyon Script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905000"/>
            <a:ext cx="9067800" cy="38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5000" b="1" i="1">
                <a:solidFill>
                  <a:srgbClr val="1C1310"/>
                </a:solidFill>
                <a:latin typeface="Playfair Display"/>
              </a:rPr>
              <a:t>"Only at entry level. Luxury is nearly flat."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572125"/>
            <a:ext cx="90678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9F8E87"/>
                </a:solidFill>
                <a:latin typeface="PT Serif"/>
              </a:rPr>
              <a:t>— what 'The market is down.' usually means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096000"/>
            <a:ext cx="1143000" cy="19050"/>
          </a:xfrm>
          <a:prstGeom prst="rect">
            <a:avLst/>
          </a:prstGeom>
          <a:solidFill>
            <a:srgbClr val="C9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11239500"/>
            <a:ext cx="9067800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500" b="0" i="0">
                <a:solidFill>
                  <a:srgbClr val="F5F1EC"/>
                </a:solidFill>
                <a:latin typeface="PT Serif"/>
              </a:rPr>
              <a:t>Top-tier homes ($1M+) across nine priority ZIPs: -0.3% to -1.7% YoY.
Bottom-tier (under $400K): -5.1% to -9.0% YoY. In 33304 (Victoria Park
edge), the spread is 7.9 percentage points — same ZIP, two different
markets. "The market is down" is a headline that fits one tier and misses
the other.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