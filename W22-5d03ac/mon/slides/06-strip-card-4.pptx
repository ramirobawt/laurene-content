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ovista-objection-pending-up-118-7cca37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87000" cy="3619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762000"/>
            <a:ext cx="8572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000" b="1" i="0">
                <a:solidFill>
                  <a:srgbClr val="F5F1EC"/>
                </a:solidFill>
                <a:latin typeface="PT Serif"/>
              </a:rPr>
              <a:t>MARKET SIGNALS — APRIL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24900" y="4000500"/>
            <a:ext cx="9525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6000" b="0" i="0">
                <a:solidFill>
                  <a:srgbClr val="C99A6C"/>
                </a:solidFill>
                <a:latin typeface="Pinyon Script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381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9F8E87"/>
                </a:solidFill>
                <a:latin typeface="PT Serif"/>
              </a:rPr>
              <a:t>WHAT THEY SAY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762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600" b="1" i="1">
                <a:solidFill>
                  <a:srgbClr val="1C1310"/>
                </a:solidFill>
                <a:latin typeface="Playfair Display"/>
              </a:rPr>
              <a:t>"Rio Vista is already bought up."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WHAT IT USUALLY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429500"/>
            <a:ext cx="9067800" cy="1905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2800" b="1" i="0">
                <a:solidFill>
                  <a:srgbClr val="1C1310"/>
                </a:solidFill>
                <a:latin typeface="Playfair Display"/>
              </a:rPr>
              <a:t>Pending contracts are up 118% year-over-year. It's moving </a:t>
            </a:r>
            <a:r>
              <a:rPr sz="2800" b="1" i="1">
                <a:solidFill>
                  <a:srgbClr val="540918"/>
                </a:solidFill>
                <a:latin typeface="Playfair Display"/>
              </a:rPr>
              <a:t>now</a:t>
            </a:r>
            <a:r>
              <a:rPr sz="2800" b="1" i="0">
                <a:solidFill>
                  <a:srgbClr val="1C1310"/>
                </a:solidFill>
                <a:latin typeface="Playfair Display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5250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1" i="0">
                <a:solidFill>
                  <a:srgbClr val="540918"/>
                </a:solidFill>
                <a:latin typeface="PT Serif"/>
              </a:rPr>
              <a:t>HOW I'D ANSWER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906000"/>
            <a:ext cx="9067800" cy="266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1C1310"/>
                </a:solidFill>
                <a:latin typeface="PT Serif"/>
              </a:rPr>
              <a:t>33316 (Rio Vista, Harbor Beach): 24 new pending contracts this month vs.
approximately 11 last April — a 118% YoY increase. New listings flat.
Inventory up only 5% YoY. Pending-to-inventory absorption tightening
fast. The buyers who moved early found this before the narrative caught up.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