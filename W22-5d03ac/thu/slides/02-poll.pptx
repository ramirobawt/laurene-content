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ulp-press-20th-ave-tier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PULP &amp; PRESS — 20TH AVE CORRIDOR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5725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F5F1EC"/>
                </a:solidFill>
                <a:latin typeface="Playfair Display"/>
              </a:rPr>
              <a:t>a pick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77500"/>
            <a:ext cx="10287000" cy="19050"/>
          </a:xfrm>
          <a:prstGeom prst="rect">
            <a:avLst/>
          </a:prstGeom>
          <a:solidFill>
            <a:srgbClr val="A87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1239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1">
                <a:solidFill>
                  <a:srgbClr val="1C1310"/>
                </a:solidFill>
                <a:latin typeface="Playfair Display"/>
              </a:rPr>
              <a:t>Cold-press café with a small bookshop built into the corner.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906500"/>
            <a:ext cx="8763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909 NE 20th Ave. Scratch kitchen, serious juice program, and a bookshop
that doesn't feel like an afterthought. The 20th Ave corridor is the
quieter axis of Victoria Park — this is what it looks like from the inside.
Open early, stays calm.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