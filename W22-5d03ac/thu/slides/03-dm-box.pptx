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eld-notes-victoria-park-3c6441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477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THE PARK RHYTHM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77500"/>
            <a:ext cx="10287000" cy="19050"/>
          </a:xfrm>
          <a:prstGeom prst="rect">
            <a:avLst/>
          </a:prstGeom>
          <a:solidFill>
            <a:srgbClr val="A87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123950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1" i="1">
                <a:solidFill>
                  <a:srgbClr val="1C1310"/>
                </a:solidFill>
                <a:latin typeface="Playfair Display"/>
              </a:rPr>
              <a:t>Holiday Park sits two blocks away.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3906500"/>
            <a:ext cx="87630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Victoria Park runs between two different worlds: the Las Olas corridor to
the south, Holiday Park and Coral Ridge to the north. The morning pace
here — dogs, coffee, the occasional jogger — reflects both and hurries
toward neither. Buyers who've lived in cities that move faster than they
want tend to find their footing here.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