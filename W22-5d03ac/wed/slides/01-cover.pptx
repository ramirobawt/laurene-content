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tl-streetscape-20260523-193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5F1EC"/>
                </a:solidFill>
                <a:latin typeface="PT Serif"/>
              </a:rPr>
              <a:t>WHAT I'M WATCHING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2385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F5F1EC"/>
                </a:solidFill>
                <a:latin typeface="Playfair Display"/>
              </a:rPr>
              <a:t>Red flags and green flags when buying in </a:t>
            </a:r>
            <a:r>
              <a:rPr sz="7200" b="1" i="1">
                <a:solidFill>
                  <a:srgbClr val="540918"/>
                </a:solidFill>
                <a:latin typeface="Playfair Display"/>
              </a:rPr>
              <a:t>Fort Lauderdale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0"/>
            <a:ext cx="9067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1">
                <a:solidFill>
                  <a:srgbClr val="C99A6C"/>
                </a:solidFill>
                <a:latin typeface="Playfair Display"/>
              </a:rPr>
              <a:t>Six signals worth knowing before you make an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1144250"/>
            <a:ext cx="10287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