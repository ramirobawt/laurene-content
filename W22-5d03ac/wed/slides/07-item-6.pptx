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greenflag-victoria-park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E6F40"/>
                </a:solidFill>
                <a:latin typeface="PT Serif"/>
              </a:rPr>
              <a:t>GREEN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Victoria Park supply is tightening even as the market corrects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2E6F40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33304 (Victoria Park / Coral Ridge edge): new listings down 39.8% YoY.
New pending contracts up 52.5% YoY. Prices are -4.5% YoY but the forward
signal is a supply-demand squeeze forming. This is a ZIP where the
correction is closer to its floor than the headline YoY suggests.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