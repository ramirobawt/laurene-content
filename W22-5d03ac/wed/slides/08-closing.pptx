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WHAT I'M WATCHING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953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200" b="1" i="1">
                <a:solidFill>
                  <a:srgbClr val="1C1310"/>
                </a:solidFill>
                <a:latin typeface="Playfair Display"/>
              </a:rPr>
              <a:t>Pass this to whoever's helping you think through a neighborhood.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7905750"/>
            <a:ext cx="762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095375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