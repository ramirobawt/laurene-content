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desk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Five things the Fort Lauderdale market is </a:t>
            </a:r>
            <a:r>
              <a:rPr sz="5200" b="1" i="1">
                <a:solidFill>
                  <a:srgbClr val="540918"/>
                </a:solidFill>
                <a:latin typeface="Playfair Display"/>
              </a:rPr>
              <a:t>actually</a:t>
            </a:r>
            <a:r>
              <a:rPr sz="5200" b="1" i="0">
                <a:solidFill>
                  <a:srgbClr val="F5F1EC"/>
                </a:solidFill>
                <a:latin typeface="Playfair Display"/>
              </a:rPr>
              <a:t> doing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Five numbers before you make your 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