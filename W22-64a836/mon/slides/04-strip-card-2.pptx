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rene-market-report-desk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"Sellers still have the upper hand."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1 in 4 in Coral Ridge waterfront has already cut their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33306 (Coral Ridge waterfront): 27.4% price-cut rate — highest in the
nine-ZIP dataset. Sale-to-list ratios across all target ZIPs: 0.937 to
0.954. Buyers are closing 4.6–6.4% below asking. The market is setting
one asking price and closing at a different one.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