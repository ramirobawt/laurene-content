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bts-objection-supply-combo-20260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72250"/>
            <a:ext cx="10287000" cy="6286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40918"/>
                </a:solidFill>
                <a:latin typeface="PT Serif"/>
              </a:rPr>
              <a:t>MARKET SIGNALS —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24900" y="1333500"/>
            <a:ext cx="952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000" b="0" i="0">
                <a:solidFill>
                  <a:srgbClr val="C99A6C"/>
                </a:solidFill>
                <a:latin typeface="Pinyon Script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905000"/>
            <a:ext cx="90678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5000" b="1" i="1">
                <a:solidFill>
                  <a:srgbClr val="1C1310"/>
                </a:solidFill>
                <a:latin typeface="Playfair Display"/>
              </a:rPr>
              <a:t>"LBTS has 798 active listings — and demand is accelerating."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572125"/>
            <a:ext cx="90678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1">
                <a:solidFill>
                  <a:srgbClr val="9F8E87"/>
                </a:solidFill>
                <a:latin typeface="PT Serif"/>
              </a:rPr>
              <a:t>— what 'There's nowhere to buy right now.' usually means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096000"/>
            <a:ext cx="1143000" cy="19050"/>
          </a:xfrm>
          <a:prstGeom prst="rect">
            <a:avLst/>
          </a:prstGeom>
          <a:solidFill>
            <a:srgbClr val="C9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11239500"/>
            <a:ext cx="90678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500" b="0" i="0">
                <a:solidFill>
                  <a:srgbClr val="F5F1EC"/>
                </a:solidFill>
                <a:latin typeface="PT Serif"/>
              </a:rPr>
              <a:t>33308 (Lauderdale-by-the-Sea): 798 active units — largest inventory
pocket in Tier 1. New pending contracts up 39.3% YoY. New listings down
17.3% YoY. That combination has a shelf life: supply is contracting while
demand is rising. The choice window exists now. It won't look the same
in six months.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