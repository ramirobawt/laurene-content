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iggsfield-output-amortization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2250"/>
            <a:ext cx="10287000" cy="628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"They're 50 basis points lower than this time last year."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'Rates are still the blocker.' usually 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30-year fixed: 6.36% today vs. 6.86% a year ago. On a $600K loan, that's
$181/month less — $2,172/year. That's before factoring in prices also
being 3–9% lower YoY across Tier 1 ZIPs. Both variables moved in the
buyer's direction at the same time.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