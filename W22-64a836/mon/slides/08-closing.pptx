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urene-desk-20250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Which of these changes your read on the market?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9525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001250"/>
            <a:ext cx="9067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F5F1EC"/>
                </a:solidFill>
                <a:latin typeface="PT Serif"/>
              </a:rPr>
              <a:t>Save this for the next time someone tells you what the market is doing.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43000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