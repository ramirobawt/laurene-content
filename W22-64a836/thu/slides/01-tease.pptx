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gnolia-caffee-bb17b3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MAGNOLIA CAFFEE — NE 4TH 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5F1EC"/>
                </a:solidFill>
                <a:latin typeface="Playfair Display"/>
              </a:rPr>
              <a:t>a pick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The almond croissant earns the detour.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Corner café, soft light, proper espresso. Magnolia Caffee sits at NE 4th
Ave — one of those spots buyers find on their second visit to a neighborhood,
not their first. The patio is the move when the light is right. Worth
building your morning around.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1450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