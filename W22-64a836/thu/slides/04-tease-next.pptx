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a93ce5-32e7-410e-8049-cd68ba5abc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477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THE MARKET 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77500"/>
            <a:ext cx="10287000" cy="19050"/>
          </a:xfrm>
          <a:prstGeom prst="rect">
            <a:avLst/>
          </a:prstGeom>
          <a:solidFill>
            <a:srgbClr val="A87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123950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1" i="1">
                <a:solidFill>
                  <a:srgbClr val="1C1310"/>
                </a:solidFill>
                <a:latin typeface="Playfair Display"/>
              </a:rPr>
              <a:t>33304: new listings down 40% YoY. Pending contracts up 53% YoY.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3906500"/>
            <a:ext cx="87630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The neighborhood pace and the market pace are diverging. Victoria Park
feels unhurried. The supply-demand picture doesn't. When listings are
falling and contracts are rising simultaneously, the gap closes faster
than DOM suggests. The morning here is worth knowing before the data
changes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