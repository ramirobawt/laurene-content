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3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ral-ridge-aerial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647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5F1EC"/>
                </a:solidFill>
                <a:latin typeface="PT Serif"/>
              </a:rPr>
              <a:t>WHAT I'M WATCHING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8620125" y="1333500"/>
            <a:ext cx="1047750" cy="1047750"/>
          </a:xfrm>
          <a:prstGeom prst="rect">
            <a:avLst/>
          </a:prstGeom>
          <a:solidFill>
            <a:srgbClr val="9B22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0125" y="1524000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Arial"/>
              </a:rPr>
              <a:t>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249555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9B2226"/>
                </a:solidFill>
                <a:latin typeface="PT Serif"/>
              </a:rPr>
              <a:t>RED FLAG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38500"/>
            <a:ext cx="9067800" cy="285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1">
                <a:solidFill>
                  <a:srgbClr val="F5F1EC"/>
                </a:solidFill>
                <a:latin typeface="Playfair Display"/>
              </a:rPr>
              <a:t>27% of sellers in one ZIP have cut — but barely anyone's buying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77000"/>
            <a:ext cx="10287000" cy="6381750"/>
          </a:xfrm>
          <a:prstGeom prst="rect">
            <a:avLst/>
          </a:prstGeom>
          <a:solidFill>
            <a:srgbClr val="F5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6953250"/>
            <a:ext cx="9067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9B2226"/>
                </a:solidFill>
                <a:latin typeface="PT Serif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524750"/>
            <a:ext cx="9067800" cy="438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</a:pPr>
            <a:r>
              <a:rPr sz="1800" b="0" i="0">
                <a:solidFill>
                  <a:srgbClr val="1C1310"/>
                </a:solidFill>
                <a:latin typeface="PT Serif"/>
              </a:rPr>
              <a:t>33306 (Coral Ridge waterfront): 27.4% of listings have price reductions.
Active inventory: 71 units. Pending contracts: 5. Price cuts signal seller
motivation. But when demand hasn't followed, that motivation hasn't
converted. A price cut alone isn't enough — watch pending counts alongside.
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0" y="11811000"/>
            <a:ext cx="152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400" b="0" i="0">
                <a:solidFill>
                  <a:srgbClr val="C99A6C"/>
                </a:solidFill>
                <a:latin typeface="Pinyon Script"/>
              </a:rPr>
              <a:t>1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