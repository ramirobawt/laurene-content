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o-vista-green-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7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0125" y="1333500"/>
            <a:ext cx="1047750" cy="104775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0125" y="15240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24955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E6F40"/>
                </a:solidFill>
                <a:latin typeface="PT Serif"/>
              </a:rPr>
              <a:t>GREEN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906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Rio Vista: pending contracts up 118% year-over-year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10287000" cy="6381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2E6F40"/>
                </a:solidFill>
                <a:latin typeface="PT Serif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0"/>
            <a:ext cx="9067800" cy="438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33316 (Rio Vista / Harbor Beach): 24 new pending contracts this month vs.
approximately 11 last April. New supply flat. Inventory barely moved.
Demand arrived before the narrative did — this is what a ZIP looks like
right before it gets competitive. The window for early entry is narrowing.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2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