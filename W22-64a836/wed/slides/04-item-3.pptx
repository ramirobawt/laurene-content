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tl-redflag-143days-0e43ce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47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5F1EC"/>
                </a:solidFill>
                <a:latin typeface="PT Serif"/>
              </a:rPr>
              <a:t>WHAT I'M WATCHING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620125" y="1333500"/>
            <a:ext cx="1047750" cy="1047750"/>
          </a:xfrm>
          <a:prstGeom prst="rect">
            <a:avLst/>
          </a:prstGeom>
          <a:solidFill>
            <a:srgbClr val="9B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0125" y="1524000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24955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9B2226"/>
                </a:solidFill>
                <a:latin typeface="PT Serif"/>
              </a:rPr>
              <a:t>RED FLAG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38500"/>
            <a:ext cx="90678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1">
                <a:solidFill>
                  <a:srgbClr val="F5F1EC"/>
                </a:solidFill>
                <a:latin typeface="Playfair Display"/>
              </a:rPr>
              <a:t>143 days on market and still going in East Pompano Beach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7000"/>
            <a:ext cx="10287000" cy="638175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95325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9B2226"/>
                </a:solidFill>
                <a:latin typeface="PT Serif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524750"/>
            <a:ext cx="9067800" cy="438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800" b="0" i="0">
                <a:solidFill>
                  <a:srgbClr val="1C1310"/>
                </a:solidFill>
                <a:latin typeface="PT Serif"/>
              </a:rPr>
              <a:t>33062 (Pompano Beach east): 143 days mean-days-to-pending — slowest
absorption in the nine-ZIP dataset. Sale-to-list ratio 0.936, meaning buyers
are closing 6.4% below asking on average. The discount is real, but so is
the signal: buyers have options and sellers know it. Patience is rewarded
here. Rushing is not.
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0" y="11811000"/>
            <a:ext cx="152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0" i="0">
                <a:solidFill>
                  <a:srgbClr val="C99A6C"/>
                </a:solidFill>
                <a:latin typeface="Pinyon Script"/>
              </a:rPr>
              <a:t>3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