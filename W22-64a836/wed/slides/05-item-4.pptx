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s-olas-greenflag-202505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47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5F1EC"/>
                </a:solidFill>
                <a:latin typeface="PT Serif"/>
              </a:rPr>
              <a:t>WHAT I'M WATCHING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620125" y="1333500"/>
            <a:ext cx="1047750" cy="104775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0125" y="1524000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24955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2E6F40"/>
                </a:solidFill>
                <a:latin typeface="PT Serif"/>
              </a:rPr>
              <a:t>GREEN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38500"/>
            <a:ext cx="90678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1">
                <a:solidFill>
                  <a:srgbClr val="F5F1EC"/>
                </a:solidFill>
                <a:latin typeface="Playfair Display"/>
              </a:rPr>
              <a:t>Las Olas down only 2.5% year-over-year — most resilient ZIP in the set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7000"/>
            <a:ext cx="10287000" cy="638175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953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2E6F40"/>
                </a:solidFill>
                <a:latin typeface="PT Serif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0"/>
            <a:ext cx="9067800" cy="438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33301 (Las Olas / Downtown): -2.5% YoY on mid-tier ZHVI, vs Broward-wide
-5.1% YoY. The boulevard walkability and cultural infrastructure (NSU Art
Museum, Las Olas dining corridor, The MKT outdoor market) support price
floors. When buyers ask where the floor is — this ZIP has the clearest
answer.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4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