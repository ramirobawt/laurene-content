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bts-red-flag-draft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7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0125" y="1333500"/>
            <a:ext cx="1047750" cy="1047750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0125" y="15240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24955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B2226"/>
                </a:solidFill>
                <a:latin typeface="PT Serif"/>
              </a:rPr>
              <a:t>RED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906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LBTS: 798 listings and demand accelerating — the window closes faster than it looks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10287000" cy="6381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B2226"/>
                </a:solidFill>
                <a:latin typeface="PT Serif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0"/>
            <a:ext cx="9067800" cy="438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33308 (Lauderdale-by-the-Sea): 798 active units sounds like ample choice.
Pending contracts are up 39.3% YoY while new listings are down 17.3% YoY.
The choice window is real — and it has an expiration date. When supply
contracts faster than demand, inventory drops before prices recover.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5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