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ctoria-park-golden-hour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New listings fell </a:t>
            </a:r>
            <a:r>
              <a:rPr sz="5200" b="1" i="1">
                <a:solidFill>
                  <a:srgbClr val="540918"/>
                </a:solidFill>
                <a:latin typeface="Playfair Display"/>
              </a:rPr>
              <a:t>40%</a:t>
            </a:r>
            <a:r>
              <a:rPr sz="5200" b="1" i="0">
                <a:solidFill>
                  <a:srgbClr val="F5F1EC"/>
                </a:solidFill>
                <a:latin typeface="Playfair Display"/>
              </a:rPr>
              <a:t>. Contracts rose 53%. That's not a slow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What the supply crunch in Victoria Park actually means for buyers watching this ZIP.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