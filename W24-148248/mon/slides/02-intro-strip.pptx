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iggsfield_canal_patio_17808446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457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762000"/>
            <a:ext cx="85725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F5F1EC"/>
                </a:solidFill>
                <a:latin typeface="PT Serif"/>
              </a:rPr>
              <a:t>33304 — APRIL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5143500"/>
            <a:ext cx="1143000" cy="19050"/>
          </a:xfrm>
          <a:prstGeom prst="rect">
            <a:avLst/>
          </a:prstGeom>
          <a:solidFill>
            <a:srgbClr val="C99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5524500"/>
            <a:ext cx="857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540918"/>
                </a:solidFill>
                <a:latin typeface="PT Serif"/>
              </a:rPr>
              <a:t>A NOTE BEFORE THE TAKES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5905500"/>
            <a:ext cx="906780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2000" b="0" i="0">
                <a:solidFill>
                  <a:srgbClr val="1C1310"/>
                </a:solidFill>
                <a:latin typeface="PT Serif"/>
              </a:rPr>
              <a:t>Victoria Park and the Coral Ridge edge (ZIP 33304) looks quiet right now. It's not.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620000"/>
            <a:ext cx="906780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2000" b="0" i="0">
                <a:solidFill>
                  <a:srgbClr val="1C1310"/>
                </a:solidFill>
                <a:latin typeface="PT Serif"/>
              </a:rPr>
              <a:t>New listings dropped 39.8% year-over-year in April 2026. New pending contracts rose 52.5%. Those two numbers in the same month are not a coincidence.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