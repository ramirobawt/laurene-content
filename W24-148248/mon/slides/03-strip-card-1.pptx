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t-lauderdale-desk-202506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33304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4000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F8E87"/>
                </a:solidFill>
                <a:latin typeface="PT Serif"/>
              </a:rPr>
              <a:t>WHAT THEY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1">
                <a:solidFill>
                  <a:srgbClr val="1C1310"/>
                </a:solidFill>
                <a:latin typeface="Playfair Display"/>
              </a:rPr>
              <a:t>"Fewer listings means fewer buyers. Low activity across the board."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WHAT IT USUALLY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800" b="1" i="0">
                <a:solidFill>
                  <a:srgbClr val="1C1310"/>
                </a:solidFill>
                <a:latin typeface="Playfair Display"/>
              </a:rPr>
              <a:t>Supply contracted. Demand didn't. Those are </a:t>
            </a:r>
            <a:r>
              <a:rPr sz="2800" b="1" i="1">
                <a:solidFill>
                  <a:srgbClr val="540918"/>
                </a:solidFill>
                <a:latin typeface="Playfair Display"/>
              </a:rPr>
              <a:t>opposite</a:t>
            </a:r>
            <a:r>
              <a:rPr sz="2800" b="1" i="0">
                <a:solidFill>
                  <a:srgbClr val="1C1310"/>
                </a:solidFill>
                <a:latin typeface="Playfair Display"/>
              </a:rPr>
              <a:t> directions.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HOW I'D ANSWER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33304 active inventory: 553 units. New listings in April 2026 down 39.8% YoY — sellers
are not coming to market at normal rates. Meanwhile, new pending contracts are up 52.5% YoY.
The pipeline of buyers grew while the pool of available homes shrank. That's supply compression,
not a quiet market.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