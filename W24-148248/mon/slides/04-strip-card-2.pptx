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et-median-objectio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33304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4000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F8E87"/>
                </a:solidFill>
                <a:latin typeface="PT Serif"/>
              </a:rPr>
              <a:t>WHAT THEY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62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1">
                <a:solidFill>
                  <a:srgbClr val="1C1310"/>
                </a:solidFill>
                <a:latin typeface="Playfair Display"/>
              </a:rPr>
              <a:t>"The median price is down — so buyers should wait for further drops."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WHAT IT USUALLY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800" b="1" i="0">
                <a:solidFill>
                  <a:srgbClr val="1C1310"/>
                </a:solidFill>
                <a:latin typeface="Playfair Display"/>
              </a:rPr>
              <a:t>The bottom tier is down 9%. The top tier is down just 1.1%. Two markets in </a:t>
            </a:r>
            <a:r>
              <a:rPr sz="2800" b="1" i="1">
                <a:solidFill>
                  <a:srgbClr val="540918"/>
                </a:solidFill>
                <a:latin typeface="Playfair Display"/>
              </a:rPr>
              <a:t>one ZIP</a:t>
            </a:r>
            <a:r>
              <a:rPr sz="2800" b="1" i="0">
                <a:solidFill>
                  <a:srgbClr val="1C1310"/>
                </a:solidFill>
                <a:latin typeface="Playfair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HOW I'D ANSWER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906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33304 ZHVI mid-tier: $603,584. Bottom tier down -9.0% YoY. Top tier down -1.1% YoY —
a 7.9 percentage-point spread within a single ZIP code. Entry-level softness does not
predict what happens at the mid-to-upper tier. Buyers waiting for across-the-board
corrections in 33304 are reading the wrong signal.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