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arison-table-desk-20260607-111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33304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"33304 has the </a:t>
            </a:r>
            <a:r>
              <a:rPr sz="5000" b="1" i="1">
                <a:solidFill>
                  <a:srgbClr val="540918"/>
                </a:solidFill>
                <a:latin typeface="Playfair Display"/>
              </a:rPr>
              <a:t>lowest</a:t>
            </a:r>
            <a:r>
              <a:rPr sz="5000" b="1" i="1">
                <a:solidFill>
                  <a:srgbClr val="1C1310"/>
                </a:solidFill>
                <a:latin typeface="Playfair Display"/>
              </a:rPr>
              <a:t> price-cut rate in Tier 1. Every other ZIP is higher."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'17.7% price-cut rate means sellers are desperate. There's no rush.'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Price-cut rate across Tier 1 ZIPs (33304, 33305, 33306, 33308, 33316, 33301): 33304 at
17.7% is the floor. Coral Ridge waterfront (33306) is at 27.4%. Even if 17.7% sounds like
negotiating leverage, it signals the least seller distress in the tier — not the most.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