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ctoria-park-golden-hour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33304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0"/>
            <a:ext cx="906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4000" b="1" i="1">
                <a:solidFill>
                  <a:srgbClr val="F5F1EC"/>
                </a:solidFill>
                <a:latin typeface="Playfair Display"/>
              </a:rPr>
              <a:t>If supply keeps tightening, where does that leave </a:t>
            </a:r>
            <a:r>
              <a:rPr sz="4000" b="1" i="1">
                <a:solidFill>
                  <a:srgbClr val="E8C77A"/>
                </a:solidFill>
                <a:latin typeface="Playfair Display"/>
              </a:rPr>
              <a:t>your</a:t>
            </a:r>
            <a:r>
              <a:rPr sz="4000" b="1" i="1">
                <a:solidFill>
                  <a:srgbClr val="F5F1EC"/>
                </a:solidFill>
                <a:latin typeface="Playfair Display"/>
              </a:rPr>
              <a:t> timeline?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9525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0001250"/>
            <a:ext cx="90678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F5F1EC"/>
                </a:solidFill>
                <a:latin typeface="PT Serif"/>
              </a:rPr>
              <a:t>Save this if 33304 is on your list.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430000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