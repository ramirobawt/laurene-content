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ort-lauderdale-workspace-17808457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MARKET SIGNALS — JUNE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429750"/>
            <a:ext cx="904875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5200" b="1" i="0">
                <a:solidFill>
                  <a:srgbClr val="F5F1EC"/>
                </a:solidFill>
                <a:latin typeface="Playfair Display"/>
              </a:rPr>
              <a:t>The market isn't doing one thing. It's doing </a:t>
            </a:r>
            <a:r>
              <a:rPr sz="5200" b="1" i="1">
                <a:solidFill>
                  <a:srgbClr val="540918"/>
                </a:solidFill>
                <a:latin typeface="Playfair Display"/>
              </a:rPr>
              <a:t>five</a:t>
            </a:r>
            <a:r>
              <a:rPr sz="5200" b="1" i="0">
                <a:solidFill>
                  <a:srgbClr val="F5F1EC"/>
                </a:solidFill>
                <a:latin typeface="Playfair Display"/>
              </a:rPr>
              <a:t>. And two of them contradict each other.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572750"/>
            <a:ext cx="90487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1">
                <a:solidFill>
                  <a:srgbClr val="F5F1EC"/>
                </a:solidFill>
                <a:latin typeface="Playfair Display"/>
              </a:rPr>
              <a:t>June data, unfiltered. One ZIP is running a completely different play from the rest.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382375"/>
            <a:ext cx="3810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0" i="0">
                <a:solidFill>
                  <a:srgbClr val="C99A6C"/>
                </a:solidFill>
                <a:latin typeface="Pinyon Script"/>
              </a:rPr>
              <a:t>— Laurène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