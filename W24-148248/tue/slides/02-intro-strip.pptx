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et-report-opening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JUNE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51435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5245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A NOTE BEFORE THE 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9055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 i="0">
                <a:solidFill>
                  <a:srgbClr val="1C1310"/>
                </a:solidFill>
                <a:latin typeface="PT Serif"/>
              </a:rPr>
              <a:t>The June numbers are in. Rates are down. Supply is down. Pending contracts are up — but only in specific ZIPs. Prices are down — but only in specific price tiers. If you're waiting for one clear headline, you're looking at the wrong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 i="0">
                <a:solidFill>
                  <a:srgbClr val="1C1310"/>
                </a:solidFill>
                <a:latin typeface="PT Serif"/>
              </a:rPr>
              <a:t>Here are five things the Fort Lauderdale market is doing right now, in different directions, at the same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