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ort-lauderdale-home-office-20260607-1129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2250"/>
            <a:ext cx="10287000" cy="628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MARKET SIGNALS —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4900" y="1333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05000"/>
            <a:ext cx="90678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000" b="1" i="1">
                <a:solidFill>
                  <a:srgbClr val="1C1310"/>
                </a:solidFill>
                <a:latin typeface="Playfair Display"/>
              </a:rPr>
              <a:t>"They're at a 17-month low — and dropping </a:t>
            </a:r>
            <a:r>
              <a:rPr sz="5000" b="1" i="1">
                <a:solidFill>
                  <a:srgbClr val="540918"/>
                </a:solidFill>
                <a:latin typeface="Playfair Display"/>
              </a:rPr>
              <a:t>three weeks in a row</a:t>
            </a:r>
            <a:r>
              <a:rPr sz="5000" b="1" i="1">
                <a:solidFill>
                  <a:srgbClr val="1C1310"/>
                </a:solidFill>
                <a:latin typeface="Playfair Display"/>
              </a:rPr>
              <a:t>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572125"/>
            <a:ext cx="9067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9F8E87"/>
                </a:solidFill>
                <a:latin typeface="PT Serif"/>
              </a:rPr>
              <a:t>— what 'Rates are still too high.' usually means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0960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11239500"/>
            <a:ext cx="90678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500" b="0" i="0">
                <a:solidFill>
                  <a:srgbClr val="F5F1EC"/>
                </a:solidFill>
                <a:latin typeface="PT Serif"/>
              </a:rPr>
              <a:t>The 30-year fixed hit 6.48% the week of June 2. That's the third consecutive weekly decline and the lowest rate since early 2025. Year-over-year, you're looking at 37 basis points lower than June 2023's 6.85%. On a $600K loan, that's roughly $149/month you're not paying compared to last year.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