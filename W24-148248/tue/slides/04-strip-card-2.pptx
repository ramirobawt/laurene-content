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urene-inventory-objection-atmospheric-202506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3619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MARKET SIGNALS —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4000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81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F8E87"/>
                </a:solidFill>
                <a:latin typeface="PT Serif"/>
              </a:rPr>
              <a:t>WHAT THEY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762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1">
                <a:solidFill>
                  <a:srgbClr val="1C1310"/>
                </a:solidFill>
                <a:latin typeface="Playfair Display"/>
              </a:rPr>
              <a:t>"There's no inventory — nothing to choose from."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WHAT IT USUALLY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2800" b="1" i="0">
                <a:solidFill>
                  <a:srgbClr val="1C1310"/>
                </a:solidFill>
                <a:latin typeface="Playfair Display"/>
              </a:rPr>
              <a:t>Supply is tightening, yes. But in some ZIPs you have </a:t>
            </a:r>
            <a:r>
              <a:rPr sz="2800" b="1" i="1">
                <a:solidFill>
                  <a:srgbClr val="540918"/>
                </a:solidFill>
                <a:latin typeface="Playfair Display"/>
              </a:rPr>
              <a:t>798 active listings</a:t>
            </a:r>
            <a:r>
              <a:rPr sz="2800" b="1" i="0">
                <a:solidFill>
                  <a:srgbClr val="1C1310"/>
                </a:solidFill>
                <a:latin typeface="Playfair Display"/>
              </a:rPr>
              <a:t> right now.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525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HOW I'D ANSWER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906000"/>
            <a:ext cx="90678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600" b="0" i="0">
                <a:solidFill>
                  <a:srgbClr val="1C1310"/>
                </a:solidFill>
                <a:latin typeface="PT Serif"/>
              </a:rPr>
              <a:t>Active inventory in core Fort Lauderdale ZIPs is contracting: 33304 (Victoria Park) down 2.7% MoM, 33305 (Coral Ridge interior) down 4.6% MoM, 33308 (Lauderdale-by-the-Sea/Galt Mile) down 3.4% MoM. But 33308 still carries 798 active listings — the largest pool in Tier 1. New listings across Broward fell 8.8% month-over-month in April. The window is open but it's narrowing.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