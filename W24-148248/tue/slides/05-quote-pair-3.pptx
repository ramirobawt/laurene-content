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o-vista-objectio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2250"/>
            <a:ext cx="10287000" cy="628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MARKET SIGNALS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"Prices are down. But that's not why buyers are moving — pending contracts are up </a:t>
            </a:r>
            <a:r>
              <a:rPr sz="5000" b="1" i="1">
                <a:solidFill>
                  <a:srgbClr val="540918"/>
                </a:solidFill>
                <a:latin typeface="Playfair Display"/>
              </a:rPr>
              <a:t>118% year-over-year</a:t>
            </a:r>
            <a:r>
              <a:rPr sz="5000" b="1" i="1">
                <a:solidFill>
                  <a:srgbClr val="1C1310"/>
                </a:solidFill>
                <a:latin typeface="Playfair Display"/>
              </a:rPr>
              <a:t>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'Rio Vista is out of my budget.' usually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ZIP 33316 (Rio Vista / Harbor Beach) recorded a 118.2% YoY increase in new pending contracts in April 2026. New listings in the same ZIP fell 22.7% YoY. The median ZHVI sits at $717,154, down 3.1% year-over-year. A neighborhood where supply is shrinking fast, prices softened, and buyer activity nearly doubled year-over-year is not one narrative — it's two. That's what "running a different play" looks like in the data.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