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ice-negotiation-desk-20250607-1539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"Sellers won't negotiate."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1 in 4 sellers in Coral Ridge waterfront has already cut their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In ZIP 33306 (Coral Ridge waterfront), 27.4% of active sellers have reduced their listing price — the highest price-cut rate across all Tier 1 Fort Lauderdale ZIPs. The sale-to-list ratio across the footprint runs 0.936–0.954, meaning buyers are closing 4.6–6.4% below asking. The negotiating table exists. It's most open in 33306.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