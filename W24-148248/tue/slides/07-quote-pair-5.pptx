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ket-tier-comparison-20260607-1142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72250"/>
            <a:ext cx="10287000" cy="6286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40918"/>
                </a:solidFill>
                <a:latin typeface="PT Serif"/>
              </a:rPr>
              <a:t>MARKET SIGNALS — JUNE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24900" y="1333500"/>
            <a:ext cx="9525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000" b="0" i="0">
                <a:solidFill>
                  <a:srgbClr val="C99A6C"/>
                </a:solidFill>
                <a:latin typeface="Pinyon Script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905000"/>
            <a:ext cx="9067800" cy="381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5000" b="1" i="1">
                <a:solidFill>
                  <a:srgbClr val="1C1310"/>
                </a:solidFill>
                <a:latin typeface="Playfair Display"/>
              </a:rPr>
              <a:t>"It depends entirely on </a:t>
            </a:r>
            <a:r>
              <a:rPr sz="5000" b="1" i="1">
                <a:solidFill>
                  <a:srgbClr val="540918"/>
                </a:solidFill>
                <a:latin typeface="Playfair Display"/>
              </a:rPr>
              <a:t>which tier</a:t>
            </a:r>
            <a:r>
              <a:rPr sz="5000" b="1" i="1">
                <a:solidFill>
                  <a:srgbClr val="1C1310"/>
                </a:solidFill>
                <a:latin typeface="Playfair Display"/>
              </a:rPr>
              <a:t> you're asking about."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572125"/>
            <a:ext cx="90678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9F8E87"/>
                </a:solidFill>
                <a:latin typeface="PT Serif"/>
              </a:rPr>
              <a:t>— what 'The market is either up or down — which is it?' usually means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096000"/>
            <a:ext cx="1143000" cy="19050"/>
          </a:xfrm>
          <a:prstGeom prst="rect">
            <a:avLst/>
          </a:prstGeom>
          <a:solidFill>
            <a:srgbClr val="C9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11239500"/>
            <a:ext cx="9067800" cy="133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500" b="0" i="0">
                <a:solidFill>
                  <a:srgbClr val="F5F1EC"/>
                </a:solidFill>
                <a:latin typeface="PT Serif"/>
              </a:rPr>
              <a:t>In ZIP 33304 (Victoria Park), bottom-tier homes (around $280K) are down 9.0% year-over-year. Top-tier homes in the same ZIP (around $1.47M) are down just 1.1% YoY — a 7.9 percentage-point spread. In 33316 (Rio Vista), the spread is 7.0 pp: $299K homes down 7.3% while $1.98M homes are nearly flat at -0.3%. The market is down at the bottom and stable at the top. Both answers are correct. They're just talking about different markets.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