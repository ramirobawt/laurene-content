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b5418a105af8b3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The market isn't going to get cheaper. </a:t>
            </a:r>
            <a:r>
              <a:rPr sz="5200" b="1" i="1">
                <a:solidFill>
                  <a:srgbClr val="540918"/>
                </a:solidFill>
                <a:latin typeface="Playfair Display"/>
              </a:rPr>
              <a:t>Here's the data behind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May CPI came in at 4.2%. Mortgage rates ticked up. What buyers waiting on rate relief need to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