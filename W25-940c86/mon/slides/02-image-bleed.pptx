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77250"/>
            <a:ext cx="10287000" cy="4381500"/>
          </a:xfrm>
          <a:prstGeom prst="rect">
            <a:avLst/>
          </a:prstGeom>
          <a:solidFill>
            <a:srgbClr val="100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34000"/>
            <a:ext cx="8001000" cy="381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 i="1">
                <a:solidFill>
                  <a:srgbClr val="F5F1EC"/>
                </a:solidFill>
                <a:latin typeface="Playfair Display"/>
              </a:rPr>
              <a:t>30yr PMMS: 6.52% this week. Up 4 bps from last week. The trend right now is the wrong direction.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