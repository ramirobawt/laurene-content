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ul_5184f47de67a83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RATES — JUNE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51435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5245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A NOTE BEFORE THE 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905500"/>
            <a:ext cx="906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000" b="0" i="0">
                <a:solidFill>
                  <a:srgbClr val="1C1310"/>
                </a:solidFill>
                <a:latin typeface="PT Serif"/>
              </a:rPr>
              <a:t>Sub-6% mortgage rates have been the carrot buyers are waiting for. The May inflation print — 4.2% YoY, a 3-year high — moved that carrot further away.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0"/>
            <a:ext cx="906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000" b="0" i="0">
                <a:solidFill>
                  <a:srgbClr val="1C1310"/>
                </a:solidFill>
                <a:latin typeface="PT Serif"/>
              </a:rPr>
              <a:t>Here's what the actual numbers say about summer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