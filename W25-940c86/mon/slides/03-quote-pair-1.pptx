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287000" cy="128587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oul_6eef5ac55177978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572250"/>
            <a:ext cx="10287000" cy="6286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09600" y="762000"/>
            <a:ext cx="8572500" cy="285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 i="0">
                <a:solidFill>
                  <a:srgbClr val="540918"/>
                </a:solidFill>
                <a:latin typeface="PT Serif"/>
              </a:rPr>
              <a:t>RATES — JUNE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24900" y="1333500"/>
            <a:ext cx="952500" cy="76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6000" b="0" i="0">
                <a:solidFill>
                  <a:srgbClr val="C99A6C"/>
                </a:solidFill>
                <a:latin typeface="Pinyon Script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1905000"/>
            <a:ext cx="9067800" cy="381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5000" b="1" i="1">
                <a:solidFill>
                  <a:srgbClr val="1C1310"/>
                </a:solidFill>
                <a:latin typeface="Playfair Display"/>
              </a:rPr>
              <a:t>"30yr PMMS: 6.52% this week. Up 4 bps from last week. The trend right now is the wrong direction."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5572125"/>
            <a:ext cx="9067800" cy="285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 i="1">
                <a:solidFill>
                  <a:srgbClr val="9F8E87"/>
                </a:solidFill>
                <a:latin typeface="PT Serif"/>
              </a:rPr>
              <a:t>— what 'Mortgage rates are coming down — I should wait.' usually means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600" y="6096000"/>
            <a:ext cx="1143000" cy="19050"/>
          </a:xfrm>
          <a:prstGeom prst="rect">
            <a:avLst/>
          </a:prstGeom>
          <a:solidFill>
            <a:srgbClr val="C99A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11239500"/>
            <a:ext cx="9067800" cy="1333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45000"/>
              </a:lnSpc>
            </a:pPr>
            <a:r>
              <a:rPr sz="1500" b="0" i="0">
                <a:solidFill>
                  <a:srgbClr val="F5F1EC"/>
                </a:solidFill>
                <a:latin typeface="PT Serif"/>
              </a:rPr>
              <a:t>Freddie Mac PMMS: 6.52% (June 12, 2026) vs 6.48% (June 5). 
A year ago: ~6.87%. Rates are lower YoY but rising WoW.
"Coming down" was last quarter's narrative.
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