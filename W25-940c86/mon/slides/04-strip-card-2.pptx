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2fa5b6d9bb5355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RATES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"The Fed will cut rates and mortgages will follow."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The Fed cuts the overnight rate. Mortgages track the 10-year treasury. They don't move the same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10-yr treasury: 4.49% (June 12). Mortgage-treasury spread: 2.03%.
Historical average spread: ~1.75%. Even if the Fed cuts, mortgages
don't fall dollar-for-dollar. Sub-6% requires treasury at ~3.90% OR
spread compression — neither is near-term.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