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2857500"/>
            <a:ext cx="85344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8794A"/>
                </a:solidFill>
                <a:latin typeface="PT Serif"/>
              </a:rPr>
              <a:t>THE 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3333750"/>
            <a:ext cx="4572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3619500"/>
            <a:ext cx="85344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1" i="0">
                <a:solidFill>
                  <a:srgbClr val="1C1310"/>
                </a:solidFill>
                <a:latin typeface="Playfair Display"/>
              </a:rPr>
              <a:t>Waiting for a better season may produce different competition, not better selection.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5905500"/>
            <a:ext cx="74295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300" b="0" i="0">
                <a:solidFill>
                  <a:srgbClr val="4A3D35"/>
                </a:solidFill>
                <a:latin typeface="PT Serif"/>
              </a:rPr>
              <a:t>May CPI came in at 4.2%. Mortgage rates ticked up. What buyers waiting on rate relief need to know.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8382000"/>
            <a:ext cx="7239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1">
                <a:solidFill>
                  <a:srgbClr val="540918"/>
                </a:solidFill>
                <a:latin typeface="Playfair Display"/>
              </a:rPr>
              <a:t>Does this change when you want to be in the market?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9906000"/>
            <a:ext cx="3810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