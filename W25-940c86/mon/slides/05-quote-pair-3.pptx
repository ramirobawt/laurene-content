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f67d4c112f9db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"4.2% YoY CPI in May 2026 is a 3-year high. Cooling from where?"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'Inflation is cooling — that's good for rates.'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May 2026 CPI: 4.2% YoY (Bankrate, June 13 report). 
The Fed's target is 2.0%. At 4.2%, rate-cut expectations are being pushed out —
not pulled in. This is a re-acceleration, not a softening.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