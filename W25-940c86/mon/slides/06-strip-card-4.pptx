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ul_0a52900c6e30dd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3619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RATES —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4900" y="4000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81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F8E87"/>
                </a:solidFill>
                <a:latin typeface="PT Serif"/>
              </a:rPr>
              <a:t>WHAT THEY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762500"/>
            <a:ext cx="9067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1">
                <a:solidFill>
                  <a:srgbClr val="1C1310"/>
                </a:solidFill>
                <a:latin typeface="Playfair Display"/>
              </a:rPr>
              <a:t>"I'll just refinance later when rates drop."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0918"/>
                </a:solidFill>
                <a:latin typeface="PT Serif"/>
              </a:rPr>
              <a:t>WHAT IT USUALLY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429500"/>
            <a:ext cx="9067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2800" b="1" i="0">
                <a:solidFill>
                  <a:srgbClr val="1C1310"/>
                </a:solidFill>
                <a:latin typeface="Playfair Display"/>
              </a:rPr>
              <a:t>That's a valid plan. The question is what you pay for the home in the meantime.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525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0918"/>
                </a:solidFill>
                <a:latin typeface="PT Serif"/>
              </a:rPr>
              <a:t>HOW I'D ANSWER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906000"/>
            <a:ext cx="90678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600" b="0" i="0">
                <a:solidFill>
                  <a:srgbClr val="1C1310"/>
                </a:solidFill>
                <a:latin typeface="PT Serif"/>
              </a:rPr>
              <a:t>Prices in FTL Tier 1 are down YoY (-2.5% to -5.1%) but holding MoM.
5 of 9 ZIPs are tightening on inventory. Waiting on rates in a tightening market
trades a lower monthly payment for a potentially higher purchase price.
Refinancing later costs ~$3K–$6K in closing costs; price appreciation is permanent.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