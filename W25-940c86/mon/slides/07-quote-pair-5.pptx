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04ec9fd1c69c01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RATES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"FTL is seasonal. Summer is quieter. Seller motivation can be higher. But inventory doesn't reset."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'Maybe the market will be slower in fall — better time to buy.'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Rate-locked sellers don't suddenly list in October. The holdback pattern
(new listings -25% MoM in April) isn't seasonal — it's structural.
Waiting for a better season may produce different competition, not better selection.
Source: Zillow Research (2026-04), Freddie Mac PMMS (2026-06-12), Bankrate (2026-06-13).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