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oul_b5418a105af8b36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RATES — JUNE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810500"/>
            <a:ext cx="90678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4000" b="1" i="1">
                <a:solidFill>
                  <a:srgbClr val="F5F1EC"/>
                </a:solidFill>
                <a:latin typeface="Playfair Display"/>
              </a:rPr>
              <a:t>Does this change when you want to be in the market?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9525000"/>
            <a:ext cx="1143000" cy="19050"/>
          </a:xfrm>
          <a:prstGeom prst="rect">
            <a:avLst/>
          </a:prstGeom>
          <a:solidFill>
            <a:srgbClr val="C9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0001250"/>
            <a:ext cx="90678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600" b="0" i="0">
                <a:solidFill>
                  <a:srgbClr val="F5F1EC"/>
                </a:solidFill>
                <a:latin typeface="PT Serif"/>
              </a:rPr>
              <a:t>Rates as of June 12, 2026: Freddie Mac PMMS 6.52%. Inflation: Bankrate/BLS (May 2026 CPI).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1430000"/>
            <a:ext cx="3810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0" i="0">
                <a:solidFill>
                  <a:srgbClr val="C99A6C"/>
                </a:solidFill>
                <a:latin typeface="Pinyon Script"/>
              </a:rPr>
              <a:t>— Laurène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