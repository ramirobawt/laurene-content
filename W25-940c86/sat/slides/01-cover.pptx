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a8b514f14a7bc4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5F1EC"/>
                </a:solidFill>
                <a:latin typeface="PT Serif"/>
              </a:rPr>
              <a:t>FORT LAUDERDALE — BUYER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2385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F5F1EC"/>
                </a:solidFill>
                <a:latin typeface="Playfair Display"/>
              </a:rPr>
              <a:t>What buyers say they want. </a:t>
            </a:r>
            <a:r>
              <a:rPr sz="7200" b="1" i="1">
                <a:solidFill>
                  <a:srgbClr val="540918"/>
                </a:solidFill>
                <a:latin typeface="Playfair Display"/>
              </a:rPr>
              <a:t>What I actually show them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0"/>
            <a:ext cx="90678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1">
                <a:solidFill>
                  <a:srgbClr val="C99A6C"/>
                </a:solidFill>
                <a:latin typeface="Playfair Display"/>
              </a:rPr>
              <a:t>3 things that surprise almost every relocator who hasn't been here recently.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1144250"/>
            <a:ext cx="10287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