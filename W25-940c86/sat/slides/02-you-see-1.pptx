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6e80d8e5c55c14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99A6C"/>
                </a:solidFill>
                <a:latin typeface="PT Serif"/>
              </a:rPr>
              <a:t>YOU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8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F1EC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1" i="1">
                <a:solidFill>
                  <a:srgbClr val="F5F1EC"/>
                </a:solidFill>
                <a:latin typeface="Playfair Display"/>
              </a:rPr>
              <a:t>Fort Lauderdale is a beach city. I want to be near the water.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8585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F5F1EC"/>
                </a:solidFill>
                <a:latin typeface="PT Serif"/>
              </a:rPr>
              <a:t>— what almost every Northeast relocator says on the first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1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