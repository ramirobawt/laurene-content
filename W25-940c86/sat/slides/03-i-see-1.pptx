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b04d6645b3fd79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533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9067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540918"/>
                </a:solidFill>
                <a:latin typeface="PT Serif"/>
              </a:rPr>
              <a:t>I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3825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5F1EC"/>
                </a:solidFill>
                <a:latin typeface="PT Serif"/>
              </a:rPr>
              <a:t>FORT LAUDERDALE — BUYER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619500"/>
            <a:ext cx="9067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200" b="1" i="1">
                <a:solidFill>
                  <a:srgbClr val="F5F1EC"/>
                </a:solidFill>
                <a:latin typeface="Playfair Display"/>
              </a:rPr>
              <a:t>There are two kinds of water in FTL. One is for tourists. One is why people stay.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34000"/>
            <a:ext cx="10287000" cy="752475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571500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WHAT I'D SHOW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2865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C99A6C"/>
                </a:solidFill>
                <a:latin typeface="PT Serif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6286500"/>
            <a:ext cx="86677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800" b="0" i="0">
                <a:solidFill>
                  <a:srgbClr val="1C1310"/>
                </a:solidFill>
                <a:latin typeface="PT Serif"/>
              </a:rPr>
              <a:t>Fort Lauderdale has 165 miles of canals — more than Venice. Most of the residential waterfront isn't near the beach. It's the Intracoastal and its fingers.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4295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C99A6C"/>
                </a:solidFill>
                <a:latin typeface="PT Serif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7429500"/>
            <a:ext cx="86677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800" b="0" i="0">
                <a:solidFill>
                  <a:srgbClr val="1C1310"/>
                </a:solidFill>
                <a:latin typeface="PT Serif"/>
              </a:rPr>
              <a:t>Coral Ridge, Victoria Park, Las Olas Isles, Rio Vista — all waterfront without a beach address. Canal access, docks, a kayak launch from your backyard.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5725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C99A6C"/>
                </a:solidFill>
                <a:latin typeface="PT Serif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8572500"/>
            <a:ext cx="86677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800" b="0" i="0">
                <a:solidFill>
                  <a:srgbClr val="1C1310"/>
                </a:solidFill>
                <a:latin typeface="PT Serif"/>
              </a:rPr>
              <a:t>The buyers who wanted 'beachfront' and ended up canal-front almost never regret the switch. The lifestyle is different. The price is lower. The maintenance is quieter.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11811000"/>
            <a:ext cx="152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0" i="0">
                <a:solidFill>
                  <a:srgbClr val="C99A6C"/>
                </a:solidFill>
                <a:latin typeface="Pinyon Script"/>
              </a:rPr>
              <a:t>1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