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3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oul_4b2c069676b8fc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9067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C99A6C"/>
                </a:solidFill>
                <a:latin typeface="PT Serif"/>
              </a:rPr>
              <a:t>YOU 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238250"/>
            <a:ext cx="9067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5F1EC"/>
                </a:solidFill>
                <a:latin typeface="PT Serif"/>
              </a:rPr>
              <a:t>FORT LAUDERDALE — BUYER EXPECTATIONS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381500"/>
            <a:ext cx="9067800" cy="381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200" b="1" i="1">
                <a:solidFill>
                  <a:srgbClr val="F5F1EC"/>
                </a:solidFill>
                <a:latin typeface="Playfair Display"/>
              </a:rPr>
              <a:t>I want to be near the Las Olas corridor — restaurants, walking, that's the lifestyle.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858500"/>
            <a:ext cx="9067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F5F1EC"/>
                </a:solidFill>
                <a:latin typeface="PT Serif"/>
              </a:rPr>
              <a:t>— before they've been shown what's five blocks off the boulevard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0" y="11811000"/>
            <a:ext cx="152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400" b="0" i="0">
                <a:solidFill>
                  <a:srgbClr val="C99A6C"/>
                </a:solidFill>
                <a:latin typeface="Pinyon Script"/>
              </a:rPr>
              <a:t>2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