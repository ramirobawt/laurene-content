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fcd7d34da0937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33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540918"/>
                </a:solidFill>
                <a:latin typeface="PT Serif"/>
              </a:rPr>
              <a:t>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38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F1EC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1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 i="1">
                <a:solidFill>
                  <a:srgbClr val="F5F1EC"/>
                </a:solidFill>
                <a:latin typeface="Playfair Display"/>
              </a:rPr>
              <a:t>The boulevard is the shop window. The neighborhood behind it is where people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715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WHAT I'D SHOW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6286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Las Olas Blvd is where buyers look first. Las Olas Isles — the residential streets that run off it — is where they end up. Different product, different price, same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7429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Victoria Park is two minutes from the west end of Las Olas. Heritage (Michelin Bib Gourmand) is on a residential block in Victoria Park. Gulf Stream Distillery is four blocks north.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572500"/>
            <a:ext cx="304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C99A6C"/>
                </a:solidFill>
                <a:latin typeface="PT Serif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8572500"/>
            <a:ext cx="866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The buyers who need 'walkable to good food' discover that Victoria Park and Las Olas Isles both answer the question — at different price points and different street energy.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