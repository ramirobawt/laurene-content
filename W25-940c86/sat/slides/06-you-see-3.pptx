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b0a072c2b21cf6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C99A6C"/>
                </a:solidFill>
                <a:latin typeface="PT Serif"/>
              </a:rPr>
              <a:t>YOU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825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5F1EC"/>
                </a:solidFill>
                <a:latin typeface="PT Serif"/>
              </a:rPr>
              <a:t>FORT LAUDERDALE — BUYER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200" b="1" i="1">
                <a:solidFill>
                  <a:srgbClr val="F5F1EC"/>
                </a:solidFill>
                <a:latin typeface="Playfair Display"/>
              </a:rPr>
              <a:t>FTL is too expensive for what I'd 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858500"/>
            <a:ext cx="9067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F5F1EC"/>
                </a:solidFill>
                <a:latin typeface="PT Serif"/>
              </a:rPr>
              <a:t>— buyers comparing FTL to Miami prices without the neighborhood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118110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0" i="0">
                <a:solidFill>
                  <a:srgbClr val="C99A6C"/>
                </a:solidFill>
                <a:latin typeface="Pinyon Script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