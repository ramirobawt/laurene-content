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406830f5f05211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533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540918"/>
                </a:solidFill>
                <a:latin typeface="PT Serif"/>
              </a:rPr>
              <a:t>I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8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5F1EC"/>
                </a:solidFill>
                <a:latin typeface="PT Serif"/>
              </a:rPr>
              <a:t>FORT LAUDERDALE — BUYER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1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 i="1">
                <a:solidFill>
                  <a:srgbClr val="F5F1EC"/>
                </a:solidFill>
                <a:latin typeface="Playfair Display"/>
              </a:rPr>
              <a:t>Miami and Fort Lauderdale are 30 miles apart and two different pricing universes.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34000"/>
            <a:ext cx="10287000" cy="752475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71500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WHAT I'D SHOW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865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99A6C"/>
                </a:solidFill>
                <a:latin typeface="PT Serif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6286500"/>
            <a:ext cx="8667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Coral Ridge interior (33305): $681K mid-tier. That's a 3-bedroom canal-adjacent mid-century home in a Michelin-restaurant neighborhood, with the beach 10 minutes away.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4295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99A6C"/>
                </a:solidFill>
                <a:latin typeface="PT Serif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7429500"/>
            <a:ext cx="8667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Lauderdale-by-the-Sea (33308): $519K mid-tier. Direct beach access, rental yield 5.9% gross, 798 active listings to choose from.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5725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99A6C"/>
                </a:solidFill>
                <a:latin typeface="PT Serif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8572500"/>
            <a:ext cx="8667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The comparison that sticks: similar product in coastal Miami commands 40-60% more. FTL is not expensive. FTL is underpriced relative to what you 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