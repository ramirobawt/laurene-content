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762000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540918"/>
                </a:solidFill>
                <a:latin typeface="PT Serif"/>
              </a:rPr>
              <a:t>FORT LAUDERDALE — BUYER EXPECTATIONS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953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200" b="1" i="1">
                <a:solidFill>
                  <a:srgbClr val="1C1310"/>
                </a:solidFill>
                <a:latin typeface="Playfair Display"/>
              </a:rPr>
              <a:t>If you haven't walked these blocks in the last 6 months, your map of Fort Lauderdale is out of date.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7905750"/>
            <a:ext cx="762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0953750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