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4fc98aa886af9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5725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F5F1EC"/>
                </a:solidFill>
                <a:latin typeface="Playfair Display"/>
              </a:rPr>
              <a:t>handmade pasta, Michelin Bib Gourmand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77500"/>
            <a:ext cx="10287000" cy="19050"/>
          </a:xfrm>
          <a:prstGeom prst="rect">
            <a:avLst/>
          </a:prstGeom>
          <a:solidFill>
            <a:srgbClr val="A87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123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1">
                <a:solidFill>
                  <a:srgbClr val="1C1310"/>
                </a:solidFill>
                <a:latin typeface="Playfair Display"/>
              </a:rPr>
              <a:t>No printed frills. Handmade pasta. Tables close enough that you learn your neighbor's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906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Heritage is compact by design — the converted-house footprint means intimacy is built in. The menu rotates. The pasta is made in-house. This is not the kind of place that exists because a restaurant group decided Fort Lauderdale needed Italian — it's here because the neighborhood can support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