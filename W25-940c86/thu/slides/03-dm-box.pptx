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600bbd9203332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477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A THURSDAY IN VICTORIA 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5725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F5F1EC"/>
                </a:solidFill>
                <a:latin typeface="Playfair Display"/>
              </a:rPr>
              <a:t>walkability, Victoria Park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77500"/>
            <a:ext cx="10287000" cy="19050"/>
          </a:xfrm>
          <a:prstGeom prst="rect">
            <a:avLst/>
          </a:prstGeom>
          <a:solidFill>
            <a:srgbClr val="A87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123950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1">
                <a:solidFill>
                  <a:srgbClr val="1C1310"/>
                </a:solidFill>
                <a:latin typeface="Playfair Display"/>
              </a:rPr>
              <a:t>You walk four blocks from a mid-century home on NE 7th to a Michelin-recognized dinner. That's not a special occasion — that's the neighborhood.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906500"/>
            <a:ext cx="8763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Victoria Park's radius includes Heritage, Gulf Stream Distillery a few blocks north, the Las Olas boulevard five minutes south. What buyers from the Northeast recognize immediately: this is what it means to live in a walkable neighborhood with actual texture — not just proximity to a highway.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