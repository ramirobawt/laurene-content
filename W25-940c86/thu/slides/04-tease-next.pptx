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oul_543577970d44df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477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THE BUYER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572500"/>
            <a:ext cx="8763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800" b="1" i="0">
                <a:solidFill>
                  <a:srgbClr val="F5F1EC"/>
                </a:solidFill>
                <a:latin typeface="Playfair Display"/>
              </a:rPr>
              <a:t>Victoria Park, 33304 / 33301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477500"/>
            <a:ext cx="10287000" cy="19050"/>
          </a:xfrm>
          <a:prstGeom prst="rect">
            <a:avLst/>
          </a:prstGeom>
          <a:solidFill>
            <a:srgbClr val="A87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1239500"/>
            <a:ext cx="8763000" cy="247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000" b="1" i="1">
                <a:solidFill>
                  <a:srgbClr val="1C1310"/>
                </a:solidFill>
                <a:latin typeface="Playfair Display"/>
              </a:rPr>
              <a:t>Most people don't realize what's within walking distance of a home in Victoria Park until they're standing in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3906500"/>
            <a:ext cx="8763000" cy="30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600" b="0" i="0">
                <a:solidFill>
                  <a:srgbClr val="1C1310"/>
                </a:solidFill>
                <a:latin typeface="PT Serif"/>
              </a:rPr>
              <a:t>33304 and 33301 are where Heritage is. Mid-tier ZHVI: $604K (33304) and $871K (33301). Active inventory: 553 and 365. New pending April: 61 and 44. The Michelin guide doesn't factor into the listing sheet — but it factors into quality of life. For buyers evaluating a neighborhood on feel rather than data alone, an evening at Heritage is a better data point than the comps.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1450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0" i="0">
                <a:solidFill>
                  <a:srgbClr val="C99A6C"/>
                </a:solidFill>
                <a:latin typeface="Pinyon Script"/>
              </a:rPr>
              <a:t>— Laurène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