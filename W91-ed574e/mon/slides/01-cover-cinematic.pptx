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34000"/>
            <a:ext cx="10287000" cy="7524750"/>
          </a:xfrm>
          <a:prstGeom prst="rect">
            <a:avLst/>
          </a:prstGeom>
          <a:solidFill>
            <a:srgbClr val="100B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66750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 i="1">
                <a:solidFill>
                  <a:srgbClr val="F5F1EC"/>
                </a:solidFill>
                <a:latin typeface="Playfair Display"/>
              </a:rPr>
              <a:t>Laurène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0" y="800100"/>
            <a:ext cx="3124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F5F1EC"/>
                </a:solidFill>
                <a:latin typeface="Jost"/>
              </a:rPr>
              <a:t>MARKET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763000"/>
            <a:ext cx="8915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C99A6C"/>
                </a:solidFill>
                <a:latin typeface="Jost"/>
              </a:rPr>
              <a:t>MARKET SIGNALS —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239250"/>
            <a:ext cx="8915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400" b="0" i="1">
                <a:solidFill>
                  <a:srgbClr val="F5F1EC"/>
                </a:solidFill>
                <a:latin typeface="Playfair Display"/>
              </a:rPr>
              <a:t>Rates are finally moving. So is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811000"/>
            <a:ext cx="8915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F5F1EC"/>
                </a:solidFill>
                <a:latin typeface="Jost"/>
              </a:rPr>
              <a:t>LAURÈNE CHÂTELAIN · COMPASS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