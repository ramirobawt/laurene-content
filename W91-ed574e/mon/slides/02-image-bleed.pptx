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77250"/>
            <a:ext cx="10287000" cy="438150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34000"/>
            <a:ext cx="80010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 i="1">
                <a:solidFill>
                  <a:srgbClr val="F5F1EC"/>
                </a:solidFill>
                <a:latin typeface="Playfair Display"/>
              </a:rPr>
              <a:t>The three most-wanted FTL ZIPs drew down in April. 33304 −2.7%, 33305 −4.6%, 33308 −3.4%.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