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That's not a neutral trade.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5905500"/>
            <a:ext cx="74295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00" b="0" i="0">
                <a:solidFill>
                  <a:srgbClr val="4A3D35"/>
                </a:solidFill>
                <a:latin typeface="PT Serif"/>
              </a:rPr>
              <a:t>Worth running the actual numbers before deciding to 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