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3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05500"/>
            <a:ext cx="10287000" cy="6953250"/>
          </a:xfrm>
          <a:prstGeom prst="rect">
            <a:avLst/>
          </a:prstGeom>
          <a:solidFill>
            <a:srgbClr val="100B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8191500"/>
            <a:ext cx="876300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400" b="0" i="0">
                <a:solidFill>
                  <a:srgbClr val="F2E0C4"/>
                </a:solidFill>
                <a:latin typeface="Pinyon Script"/>
              </a:rPr>
              <a:t>— Laurène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9525000"/>
            <a:ext cx="8763000" cy="15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2200" b="0" i="1">
                <a:solidFill>
                  <a:srgbClr val="F5F1EC"/>
                </a:solidFill>
                <a:latin typeface="Playfair Display"/>
              </a:rPr>
              <a:t>Save this if you're watching this market from the sidelines.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11715750"/>
            <a:ext cx="8763000" cy="9525"/>
          </a:xfrm>
          <a:prstGeom prst="rect">
            <a:avLst/>
          </a:prstGeom>
          <a:solidFill>
            <a:srgbClr val="6F6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12001500"/>
            <a:ext cx="4381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 i="0">
                <a:solidFill>
                  <a:srgbClr val="F5F1EC"/>
                </a:solidFill>
                <a:latin typeface="PT Serif"/>
              </a:rPr>
              <a:t>LAURÈNE CHÂTELAIN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43500" y="12001500"/>
            <a:ext cx="4381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C9C0B9"/>
                </a:solidFill>
                <a:latin typeface="PT Serif"/>
              </a:rPr>
              <a:t>THE MPH TEAM · COMPASS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