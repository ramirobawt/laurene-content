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77250"/>
            <a:ext cx="10287000" cy="4381500"/>
          </a:xfrm>
          <a:prstGeom prst="rect">
            <a:avLst/>
          </a:prstGeom>
          <a:solidFill>
            <a:srgbClr val="100B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5334000"/>
            <a:ext cx="80010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0" i="1">
                <a:solidFill>
                  <a:srgbClr val="F5F1EC"/>
                </a:solidFill>
                <a:latin typeface="Playfair Display"/>
              </a:rPr>
              <a:t>Supply is tightening, yes. But in some ZIPs you have </a:t>
            </a:r>
            <a:r>
              <a:rPr sz="3200" b="0" i="1">
                <a:solidFill>
                  <a:srgbClr val="F5F1EC"/>
                </a:solidFill>
                <a:latin typeface="Playfair Display"/>
              </a:rPr>
              <a:t>798 active listings</a:t>
            </a:r>
            <a:r>
              <a:rPr sz="3200" b="0" i="1">
                <a:solidFill>
                  <a:srgbClr val="F5F1EC"/>
                </a:solidFill>
                <a:latin typeface="Playfair Display"/>
              </a:rPr>
              <a:t> right now.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