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858000"/>
            <a:ext cx="8763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A8794A"/>
                </a:solidFill>
                <a:latin typeface="Jost"/>
              </a:rPr>
              <a:t>MARKET SIGNALS — JUNE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7429500"/>
            <a:ext cx="8763000" cy="266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12000" b="1" i="0">
                <a:solidFill>
                  <a:srgbClr val="540918"/>
                </a:solidFill>
                <a:latin typeface="Playfair Display"/>
              </a:rPr>
              <a:t>%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3950" y="10382250"/>
            <a:ext cx="419100" cy="19050"/>
          </a:xfrm>
          <a:prstGeom prst="rect">
            <a:avLst/>
          </a:prstGeom>
          <a:solidFill>
            <a:srgbClr val="540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05000" y="10668000"/>
            <a:ext cx="64770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200" b="0" i="0">
                <a:solidFill>
                  <a:srgbClr val="3A2E27"/>
                </a:solidFill>
                <a:latin typeface="PT Serif"/>
              </a:rPr>
              <a:t>June data, unfiltered. One ZIP is running a completely different play from the rest.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