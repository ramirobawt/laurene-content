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6300" y="2857500"/>
            <a:ext cx="85344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A8794A"/>
                </a:solidFill>
                <a:latin typeface="PT Serif"/>
              </a:rPr>
              <a:t>THE 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876300" y="3333750"/>
            <a:ext cx="457200" cy="19050"/>
          </a:xfrm>
          <a:prstGeom prst="rect">
            <a:avLst/>
          </a:prstGeom>
          <a:solidFill>
            <a:srgbClr val="54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3619500"/>
            <a:ext cx="85344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000" b="1" i="0">
                <a:solidFill>
                  <a:srgbClr val="1C1310"/>
                </a:solidFill>
                <a:latin typeface="Playfair Display"/>
              </a:rPr>
              <a:t>A neighborhood where supply is shrinking fast, prices softened, and buyer activity nearly doubled year-over-year is not one narrative — it's two.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5905500"/>
            <a:ext cx="74295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300" b="0" i="0">
                <a:solidFill>
                  <a:srgbClr val="4A3D35"/>
                </a:solidFill>
                <a:latin typeface="PT Serif"/>
              </a:rPr>
              <a:t>ZIP 33316 (Rio Vista / Harbor Beach) recorded a 118.2% YoY increase in new pending contracts in April 2026. New listings in the same ZIP fell 22.7% YoY. The median ZHVI sits at $717,154, down 3.1% year-over-year. That's what "running a different play" looks like in the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