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On a $600K loan, that's roughly $149/month you're not paying compared to last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June data, unfiltered. One ZIP is running a completely different play from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83820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1">
                <a:solidFill>
                  <a:srgbClr val="540918"/>
                </a:solidFill>
                <a:latin typeface="Playfair Display"/>
              </a:rPr>
              <a:t>Which signal actually matters for </a:t>
            </a:r>
            <a:r>
              <a:rPr sz="1500" b="0" i="1">
                <a:solidFill>
                  <a:srgbClr val="540918"/>
                </a:solidFill>
                <a:latin typeface="Playfair Display"/>
              </a:rPr>
              <a:t>your</a:t>
            </a:r>
            <a:r>
              <a:rPr sz="1500" b="0" i="1">
                <a:solidFill>
                  <a:srgbClr val="540918"/>
                </a:solidFill>
                <a:latin typeface="Playfair Display"/>
              </a:rPr>
              <a:t> situation?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9906000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