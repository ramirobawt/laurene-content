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77250"/>
            <a:ext cx="10287000" cy="438150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34000"/>
            <a:ext cx="80010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1">
                <a:solidFill>
                  <a:srgbClr val="F5F1EC"/>
                </a:solidFill>
                <a:latin typeface="Playfair Display"/>
              </a:rPr>
              <a:t>Only at entry level. Luxury is nearly flat.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