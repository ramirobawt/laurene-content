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858000"/>
            <a:ext cx="8763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8794A"/>
                </a:solidFill>
                <a:latin typeface="Jost"/>
              </a:rPr>
              <a:t>MARKET SIGNALS —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4295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0" b="1" i="0">
                <a:solidFill>
                  <a:srgbClr val="540918"/>
                </a:solidFill>
                <a:latin typeface="Playfair Display"/>
              </a:rPr>
              <a:t>%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3950" y="10382250"/>
            <a:ext cx="4191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10668000"/>
            <a:ext cx="6477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3A2E27"/>
                </a:solidFill>
                <a:latin typeface="PT Serif"/>
              </a:rPr>
              <a:t>Read this before you buy, sell, or do nothing. 5 slides. Real data. No 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