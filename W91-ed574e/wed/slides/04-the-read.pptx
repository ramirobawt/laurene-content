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"The market is down" is a headline that fits one tier and misses the 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Top-tier homes ($1M+) across nine priority ZIPs: -0.3% to -1.7% YoY. Bottom-tier (under $400K): -5.1% to -9.0% YoY. In 33304 (Victoria Park edge), the spread is 7.9 percentage points — same ZIP, two different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